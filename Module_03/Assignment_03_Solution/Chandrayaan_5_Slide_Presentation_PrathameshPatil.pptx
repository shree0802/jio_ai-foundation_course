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topic as a short multimedia story about India's lunar exploration program.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lunar exploration has scientific and engineering value beyond simply reaching the Moon.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three missions and pause on the video. Replace the placeholder with the generated 20-second clip.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engineering and curiosity are represented by the visual and audio elements. Replace the placeholder with the generated 30-second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connecting the missions to scientific learning, engineering capability, and future exploration.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261872"/>
            <a:ext cx="10881360" cy="45720"/>
          </a:xfrm>
          <a:prstGeom prst="rect">
            <a:avLst/>
          </a:prstGeom>
          <a:solidFill>
            <a:srgbClr val="E69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Chandrayaan Missions</a:t>
            </a:r>
          </a:p>
          <a:p>
            <a:pPr>
              <a:defRPr sz="1400">
                <a:solidFill>
                  <a:srgbClr val="B4CDE6"/>
                </a:solidFill>
              </a:defRPr>
            </a:pPr>
            <a:r>
              <a:t>India's Journey to the Moon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EBF0F8"/>
                </a:solidFill>
              </a:defRPr>
            </a:pPr>
            <a:r>
              <a:t>A story of lunar science, engineering, and exploration.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1722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B4CDE6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261872"/>
            <a:ext cx="10881360" cy="45720"/>
          </a:xfrm>
          <a:prstGeom prst="rect">
            <a:avLst/>
          </a:prstGeom>
          <a:solidFill>
            <a:srgbClr val="E69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Explore the Moon?</a:t>
            </a:r>
          </a:p>
          <a:p>
            <a:pPr>
              <a:defRPr sz="1400">
                <a:solidFill>
                  <a:srgbClr val="B4CDE6"/>
                </a:solidFill>
              </a:defRPr>
            </a:pPr>
            <a:r>
              <a:t>Science • Technology •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EBF0F8"/>
                </a:solidFill>
              </a:defRPr>
            </a:pPr>
            <a:r>
              <a:t>The Moon preserves clues about the early history of the Earth–Moon system.</a:t>
            </a:r>
          </a:p>
          <a:p>
            <a:pPr>
              <a:spcAft>
                <a:spcPts val="1400"/>
              </a:spcAft>
              <a:defRPr sz="1900">
                <a:solidFill>
                  <a:srgbClr val="EBF0F8"/>
                </a:solidFill>
              </a:defRPr>
            </a:pPr>
            <a:r>
              <a:t>Lunar missions help scientists study surface composition, terrain, and the space environment.</a:t>
            </a:r>
          </a:p>
          <a:p>
            <a:pPr>
              <a:spcAft>
                <a:spcPts val="1400"/>
              </a:spcAft>
              <a:defRPr sz="1900">
                <a:solidFill>
                  <a:srgbClr val="EBF0F8"/>
                </a:solidFill>
              </a:defRPr>
            </a:pPr>
            <a:r>
              <a:t>Building spacecraft, instruments, communication systems, and landing technology strengthens advanced engineering capabilities.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1722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B4CDE6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261872"/>
            <a:ext cx="10881360" cy="45720"/>
          </a:xfrm>
          <a:prstGeom prst="rect">
            <a:avLst/>
          </a:prstGeom>
          <a:solidFill>
            <a:srgbClr val="E69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Chandrayaan Journey</a:t>
            </a:r>
          </a:p>
          <a:p>
            <a:pPr>
              <a:defRPr sz="1400">
                <a:solidFill>
                  <a:srgbClr val="B4CDE6"/>
                </a:solidFill>
              </a:defRPr>
            </a:pPr>
            <a:r>
              <a:t>Three missions, different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EBF0F8"/>
                </a:solidFill>
              </a:defRPr>
            </a:pPr>
            <a:r>
              <a:t>Chandrayaan-1 (2008): India's first lunar mission, focused on mapping and scientific study of the Moon.</a:t>
            </a:r>
          </a:p>
          <a:p>
            <a:pPr>
              <a:spcAft>
                <a:spcPts val="1400"/>
              </a:spcAft>
              <a:defRPr sz="1900">
                <a:solidFill>
                  <a:srgbClr val="EBF0F8"/>
                </a:solidFill>
              </a:defRPr>
            </a:pPr>
            <a:r>
              <a:t>Chandrayaan-2 (2019): Orbiter, lander, and rover mission; the orbiter continued lunar science after the landing attempt.</a:t>
            </a:r>
          </a:p>
          <a:p>
            <a:pPr>
              <a:spcAft>
                <a:spcPts val="1400"/>
              </a:spcAft>
              <a:defRPr sz="1900">
                <a:solidFill>
                  <a:srgbClr val="EBF0F8"/>
                </a:solidFill>
              </a:defRPr>
            </a:pPr>
            <a:r>
              <a:t>Chandrayaan-3 (2023): Demonstrated a successful soft landing and rover operations in the lunar south-polar region.</a:t>
            </a:r>
          </a:p>
          <a:p>
            <a:pPr>
              <a:spcAft>
                <a:spcPts val="1400"/>
              </a:spcAft>
              <a:defRPr sz="1900">
                <a:solidFill>
                  <a:srgbClr val="EBF0F8"/>
                </a:solidFill>
              </a:defRPr>
            </a:pPr>
            <a:r>
              <a:t>[VIDEO PLACEHOLDER: Insert 20-second AI-generated Chandrayaan video here]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1722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B4CDE6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261872"/>
            <a:ext cx="10881360" cy="45720"/>
          </a:xfrm>
          <a:prstGeom prst="rect">
            <a:avLst/>
          </a:prstGeom>
          <a:solidFill>
            <a:srgbClr val="E69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Sound of Exploration</a:t>
            </a:r>
          </a:p>
          <a:p>
            <a:pPr>
              <a:defRPr sz="1400">
                <a:solidFill>
                  <a:srgbClr val="B4CDE6"/>
                </a:solidFill>
              </a:defRPr>
            </a:pPr>
            <a:r>
              <a:t>Science meets curiosity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EBF0F8"/>
                </a:solidFill>
              </a:defRPr>
            </a:pPr>
            <a:r>
              <a:t>Lunar exploration combines physics, electronics, software, robotics, communications, and mission planning.</a:t>
            </a:r>
          </a:p>
          <a:p>
            <a:pPr>
              <a:spcAft>
                <a:spcPts val="1400"/>
              </a:spcAft>
              <a:defRPr sz="1900">
                <a:solidFill>
                  <a:srgbClr val="EBF0F8"/>
                </a:solidFill>
              </a:defRPr>
            </a:pPr>
            <a:r>
              <a:t>AI-generated music can add an emotional layer to a science story while keeping the focus on exploration.</a:t>
            </a:r>
          </a:p>
          <a:p>
            <a:pPr>
              <a:spcAft>
                <a:spcPts val="1400"/>
              </a:spcAft>
              <a:defRPr sz="1900">
                <a:solidFill>
                  <a:srgbClr val="EBF0F8"/>
                </a:solidFill>
              </a:defRPr>
            </a:pPr>
            <a:r>
              <a:t>[AUDIO PLACEHOLDER: Insert 30-second AI-generated score here]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1722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B4CDE6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261872"/>
            <a:ext cx="10881360" cy="45720"/>
          </a:xfrm>
          <a:prstGeom prst="rect">
            <a:avLst/>
          </a:prstGeom>
          <a:solidFill>
            <a:srgbClr val="E69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Legacy and Learning</a:t>
            </a:r>
          </a:p>
          <a:p>
            <a:pPr>
              <a:defRPr sz="1400">
                <a:solidFill>
                  <a:srgbClr val="B4CDE6"/>
                </a:solidFill>
              </a:defRPr>
            </a:pPr>
            <a:r>
              <a:t>Explore. Learn. Innovate.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EBF0F8"/>
                </a:solidFill>
              </a:defRPr>
            </a:pPr>
            <a:r>
              <a:t>Chandrayaan missions have expanded India's experience in lunar spacecraft, instruments, navigation, landing, and rover operations.</a:t>
            </a:r>
          </a:p>
          <a:p>
            <a:pPr>
              <a:spcAft>
                <a:spcPts val="1400"/>
              </a:spcAft>
              <a:defRPr sz="1900">
                <a:solidFill>
                  <a:srgbClr val="EBF0F8"/>
                </a:solidFill>
              </a:defRPr>
            </a:pPr>
            <a:r>
              <a:t>The missions show how long-term scientific goals depend on teamwork across many engineering and research disciplines.</a:t>
            </a:r>
          </a:p>
          <a:p>
            <a:pPr>
              <a:spcAft>
                <a:spcPts val="1400"/>
              </a:spcAft>
              <a:defRPr sz="1900">
                <a:solidFill>
                  <a:srgbClr val="EBF0F8"/>
                </a:solidFill>
              </a:defRPr>
            </a:pPr>
            <a:r>
              <a:t>The broader lesson: curiosity becomes discovery when science and engineering work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1722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B4CDE6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